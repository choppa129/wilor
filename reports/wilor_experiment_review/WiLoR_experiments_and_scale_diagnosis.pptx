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Sources: local evaluation reports and saved model configurations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Sources: demo.py; hamer_official/code/demo.py; wilor/models/wilor.py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Sources: logs/train/runs/wilor_freihand_full_3gpu/{model_config.yaml,dataset_config.yaml,exec_time.log}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Source: evaluation/freihand_full_comparison/metrics.csv; scripts/evaluate_freihand.py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Sources: evaluation/scale_diagnostic/fixed_inputs/manifest.json; predictions/*/provenance.json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Source: evaluation/scale_diagnostic/report_stage2.md; predictions/*/metrics.csv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Source: evaluation/scale_diagnostic/camera_swap/{per_sample.csv,report.md}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Source: evaluation/scale_diagnostic/camera_swap/test1_000.jpg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Source: evaluation/scale_diagnostic/betas_ablation/{per_sample.csv,report.md}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Source: evaluation/scale_diagnostic/pose_ablation/{per_sample.csv,report.md}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Sources: pose_ablation/test1_000.jpg; betas_ablation/test1_000.jpg (under evaluation/scale_diagnostic)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Sources: all local scale_diagnostic reports; next steps are proposed, not completed</a:t>
            </a:r>
          </a:p>
          <a:p>
            <a:r>
              <a:t>Local project root: /data/xjiang390/projects/WiLoR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WiLoR reconstruction: training and scale 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Research update | Official WiLoR, official HaMeR and a FreiHAND-trained WiLoR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Sources: local evaluation reports and saved model configurations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400" b="1">
                <a:solidFill>
                  <a:srgbClr val="007F86"/>
                </a:solidFill>
                <a:latin typeface="Aptos"/>
              </a:defRPr>
            </a:pPr>
            <a:r>
              <a:t>What explains the smaller projected hands?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Training learns useful reconstruction, but official WiLoR remains stronger on the local validation split.</a:t>
            </a:r>
          </a:p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Fixed-input experiments implicate camera prediction and global orientation.</a:t>
            </a:r>
          </a:p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Refinement usually compensates for the discrepancy; betas alone do not explain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8677B"/>
                </a:solidFill>
                <a:latin typeface="Aptos"/>
              </a:defRPr>
            </a:pPr>
            <a:r>
              <a:t>Evidence: 10,240 validation samples + 45 fixed hand proposals from 8 demo images.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Three models, two different comparison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Distinguish full detection pipelines from controlled reconstruction experiments.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Sources: demo.py; hamer_official/code/demo.py; wilor/models/wilor.py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694944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Official HaMeR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Official WiLoR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Self-trained WiLoR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Demo localization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Person detector → ViTPose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YOLO hand detector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Same WiLoR detector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Reconstruction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ViT + MANO head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Initial prediction + refinement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WiLoR architecture + refinement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Weights used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 released checkpoint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 released checkpoint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ViTPose initialization; FreiHAND training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Current ablations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Reference betas / final output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Reference before / after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Model under diagnosis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4864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007F86"/>
                </a:solidFill>
                <a:latin typeface="Aptos"/>
              </a:defRPr>
            </a:pPr>
            <a:r>
              <a:t>For diagnosis, all three consume the same saved crop tensors. HaMeR here is a reconstruction reference, not its full detection pipeline.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Self-training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Configuration facts, not a claim of reproducing the official training recipe.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Sources: logs/train/runs/wilor_freihand_full_3gpu/{model_config.yaml,dataset_config.yaml,exec_time.log}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568234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Item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Configuration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Data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FreiHAND only; weight 1.0; train shards 000–119, validation 120–130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Initialization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ViTPose backbone initialization; WiLoR reconstruction/refinement trained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Compute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3 × B200; batch 8/GPU (24 total); FP16 mixed precision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Optimization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AdamW; LR 1e-5; weight decay 1e-4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Run settings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Configured max_steps=100,000; recorded execution time 2.64 h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Betas loss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Configured weight 0.0005; magnitude alone cannot establish weak supervision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760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8677B"/>
                </a:solidFill>
                <a:latin typeface="Aptos"/>
              </a:defRPr>
            </a:pPr>
            <a:r>
              <a:t>Manual optimization uses generator + discriminator updates; max_steps is not independently verified as 100k generator updates.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Local FreiHAND validation: learning works, a gap remains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All rows use 10,240 samples. Lower is better. HaMeR has not been evaluated in this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Source: evaluation/freihand_full_comparison/metrics.csv; scripts/evaluate_freihand.py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59436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MPJPE mm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PA-MPJPE mm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PVE mm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Reproj.¹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ViTPose init + random head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131.683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21.817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127.403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86.117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Self-trained WiLoR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9.626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6.018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9.075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3.372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 WiLoR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4.218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3.370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4.139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1.596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3891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007F86"/>
                </a:solidFill>
                <a:latin typeface="Aptos"/>
              </a:defRPr>
            </a:pPr>
            <a:r>
              <a:t>MPJPE improves 92.7% over initialization; self-trained error is 2.28× the official checkpoint.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303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8677B"/>
                </a:solidFill>
                <a:latin typeface="Aptos"/>
              </a:defRPr>
            </a:pPr>
            <a:r>
              <a:t>Internal shard split, not the official FreiHAND benchmark. Independence of source captures/background variants and official training overlap have not been audited.</a:t>
            </a:r>
          </a:p>
          <a:p>
            <a:pPr>
              <a:spcAft>
                <a:spcPts val="1200"/>
              </a:spcAft>
              <a:defRPr sz="1400" b="0">
                <a:solidFill>
                  <a:srgbClr val="58677B"/>
                </a:solidFill>
                <a:latin typeface="Aptos"/>
              </a:defRPr>
            </a:pPr>
            <a:r>
              <a:t>¹ Stored crop-space reprojection metric; pixel normalization remains to be audited.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Controlled diagnostic: identical reconstruction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Freeze the input before interpreting differences in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Sources: evaluation/scale_diagnostic/fixed_inputs/manifest.json; predictions/*/provenance.json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45 detector proposals from 8 images; left/right label and crop transform saved.</a:t>
            </a:r>
          </a:p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WiLoR and HaMeR crop tensors match exactly: maximum absolute difference = 0.</a:t>
            </a:r>
          </a:p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FP32 inference, TF32 disabled, layer skipping disabled; input hashes verified.</a:t>
            </a:r>
          </a:p>
          <a:p>
            <a:pPr>
              <a:spcAft>
                <a:spcPts val="1200"/>
              </a:spcAft>
              <a:defRPr sz="2300" b="0">
                <a:solidFill>
                  <a:srgbClr val="17243A"/>
                </a:solidFill>
                <a:latin typeface="Aptos"/>
              </a:defRPr>
            </a:pPr>
            <a:r>
              <a:t>225 outputs: WiLoR official 90 + self-trained 90 + HaMeR 45.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007F86"/>
                </a:solidFill>
                <a:latin typeface="Aptos"/>
              </a:defRPr>
            </a:pPr>
            <a:r>
              <a:t>“Size” = diagonal of the projected joint bounding box. This depends on camera, shape and pose; it is not anatomical hand size. Proposals may include false positives.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Refinement expands the self-trained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The discrepancy is already present before refinement.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Source: evaluation/scale_diagnostic/report_stage2.md; predictions/*/metrics.csv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5257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2D extent px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3D diagonal m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Mean beta norm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before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179.24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0.2180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0.199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after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176.71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0.2188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0.091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trained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before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132.45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0.2076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1.853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trained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after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168.57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0.2203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2.144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hamer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final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178.61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0.2190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0.163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1206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Trained before / official before: median 72.20% (45/45 smaller).</a:t>
            </a:r>
          </a:p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Trained after / before: median 135.50%; after / official after: 93.61% (30/45 smaller).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Camera swap: camera prediction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Keep geometry fixed and replace only the saved camera translation.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Source: evaluation/scale_diagnostic/camera_swap/{per_sample.csv,report.md}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669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Geometry (pose + shape)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Camera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Median extent / official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100.00%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trained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trained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93.61%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trained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98.83%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trained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97.94%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8920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The trained geometry reaches 98.83% with the official camera, versus 93.61% with its own.</a:t>
            </a:r>
          </a:p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Camera matters, but this is not a causal percentage allocation or a ground-truth accuracy 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Camera swap: a fixed-sample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test1_000 | Gray: official reference joints. Green: tested combination.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Source: evaluation/scale_diagnostic/camera_swap/test1_000.jpg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8</a:t>
            </a:r>
          </a:p>
        </p:txBody>
      </p:sp>
      <p:pic>
        <p:nvPicPr>
          <p:cNvPr id="6" name="Picture 5" descr="test1_0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600200"/>
            <a:ext cx="11155680" cy="3137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5212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8677B"/>
                </a:solidFill>
                <a:latin typeface="Aptos"/>
              </a:defRPr>
            </a:pPr>
            <a:r>
              <a:t>Left to right: official / official; trained / trained; trained / official; official / trained.</a:t>
            </a:r>
          </a:p>
          <a:p>
            <a:pPr>
              <a:spcAft>
                <a:spcPts val="1200"/>
              </a:spcAft>
              <a:defRPr sz="1800" b="0">
                <a:solidFill>
                  <a:srgbClr val="58677B"/>
                </a:solidFill>
                <a:latin typeface="Aptos"/>
              </a:defRPr>
            </a:pPr>
            <a:r>
              <a:t>This example illustrates the intervention; aggregate statistics use all 45 proposals.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Betas swap: limited median effect on projected extent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Hold the trained pose and camera fixed; change only the 10 MANO shape coefficients.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Source: evaluation/scale_diagnostic/betas_ablation/{per_sample.csv,report.md}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9436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Betas source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Median projected extent change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Median palm-width change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official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+0.48%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+1.76%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hamer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+0.39%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+2.03%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zero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+0.43%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+1.91%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29768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007F86"/>
                </a:solidFill>
                <a:latin typeface="Aptos"/>
              </a:defRPr>
            </a:pPr>
            <a:r>
              <a:t>Official betas: only 15/45 samples move closer to official projected size.</a:t>
            </a:r>
          </a:p>
          <a:p>
            <a:pPr>
              <a:spcAft>
                <a:spcPts val="1200"/>
              </a:spcAft>
              <a:defRPr sz="2100" b="0">
                <a:solidFill>
                  <a:srgbClr val="007F86"/>
                </a:solidFill>
                <a:latin typeface="Aptos"/>
              </a:defRPr>
            </a:pPr>
            <a:r>
              <a:t>Effects vary: P10–P90 extent change ≈ −4.7% to +10.1%.</a:t>
            </a:r>
          </a:p>
          <a:p>
            <a:pPr>
              <a:spcAft>
                <a:spcPts val="1200"/>
              </a:spcAft>
              <a:defRPr sz="2100" b="0">
                <a:solidFill>
                  <a:srgbClr val="007F86"/>
                </a:solidFill>
                <a:latin typeface="Aptos"/>
              </a:defRPr>
            </a:pPr>
            <a:r>
              <a:t>A larger beta norm does not prove shape failure or justify increasing the beta loss weight.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Pose swap: global orientation is a useful 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Hold the trained betas and camera fixed; replace global and/or local rotations.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Source: evaluation/scale_diagnostic/pose_ablation/{per_sample.csv,report.md}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6172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Replacement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Change vs trained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Extent / official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Closer to official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Global orientation only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+2.61%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98.76%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28/45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Finger articulation only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-1.58%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93.46%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21/45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Both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+0.95%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97.20%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29/45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4805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007F86"/>
                </a:solidFill>
                <a:latin typeface="Aptos"/>
              </a:defRPr>
            </a:pPr>
            <a:r>
              <a:t>Orientation-only replacement brings the paired median extent ratio to 98.76%.</a:t>
            </a:r>
          </a:p>
          <a:p>
            <a:pPr>
              <a:spcAft>
                <a:spcPts val="1200"/>
              </a:spcAft>
              <a:defRPr sz="2100" b="0">
                <a:solidFill>
                  <a:srgbClr val="007F86"/>
                </a:solidFill>
                <a:latin typeface="Aptos"/>
              </a:defRPr>
            </a:pPr>
            <a:r>
              <a:t>Finger replacement does not consistently enlarge the projection.</a:t>
            </a:r>
          </a:p>
          <a:p>
            <a:pPr>
              <a:spcAft>
                <a:spcPts val="1200"/>
              </a:spcAft>
              <a:defRPr sz="2100" b="0">
                <a:solidFill>
                  <a:srgbClr val="007F86"/>
                </a:solidFill>
                <a:latin typeface="Aptos"/>
              </a:defRPr>
            </a:pPr>
            <a:r>
              <a:t>Changes interact; medians and their percentages must not be added.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Pose and betas: visual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Same sample and fixed display window; gray is the trained baseline, green is the intervention.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Sources: pose_ablation/test1_000.jpg; betas_ablation/test1_000.jpg (under evaluation/scale_diagnostic)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7F86"/>
                </a:solidFill>
                <a:latin typeface="Aptos"/>
              </a:defRPr>
            </a:pPr>
            <a:r>
              <a:t>POSE: baseline | official orientation | official fingers | both</a:t>
            </a:r>
          </a:p>
        </p:txBody>
      </p:sp>
      <p:pic>
        <p:nvPicPr>
          <p:cNvPr id="7" name="Picture 6" descr="test1_0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0600" y="1755648"/>
            <a:ext cx="5970494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703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7F86"/>
                </a:solidFill>
                <a:latin typeface="Aptos"/>
              </a:defRPr>
            </a:pPr>
            <a:r>
              <a:t>BETAS: trained | official WiLoR | official HaMeR | zero</a:t>
            </a:r>
          </a:p>
        </p:txBody>
      </p:sp>
      <p:pic>
        <p:nvPicPr>
          <p:cNvPr id="9" name="Picture 8" descr="test1_0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2351" y="4069080"/>
            <a:ext cx="6166991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8677B"/>
                </a:solidFill>
                <a:latin typeface="Aptos"/>
              </a:defRPr>
            </a:pPr>
            <a:r>
              <a:t>Baseline reconstruction check: &lt;9e-8 m in 3D; pose experiment reprojection error &lt;0.000203 px.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7243A"/>
                </a:solidFill>
                <a:latin typeface="Aptos"/>
              </a:defRPr>
            </a:pPr>
            <a:r>
              <a:t>Conclusions and 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8677B"/>
                </a:solidFill>
                <a:latin typeface="Aptos"/>
              </a:defRPr>
            </a:pPr>
            <a:r>
              <a:t>Evidence supports targeted diagnosis before another training run.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8677B"/>
                </a:solidFill>
                <a:latin typeface="Aptos"/>
              </a:defRPr>
            </a:pPr>
            <a:r>
              <a:t>Sources: all local scale_diagnostic reports; next steps are proposed, not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373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58677B"/>
                </a:solidFill>
                <a:latin typeface="Aptos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45920"/>
          <a:ext cx="111556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60579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Supported by current experiments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Still unresolved</a:t>
                      </a:r>
                    </a:p>
                  </a:txBody>
                  <a:tcPr marL="109728" marT="109728">
                    <a:solidFill>
                      <a:srgbClr val="17243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Refinement usually compensates for smaller projections.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Whether official predictions are closer to ground truth.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Camera and global orientation affect the discrepancy.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Why training learned these camera/orientation predictions.</a:t>
                      </a:r>
                    </a:p>
                  </a:txBody>
                  <a:tcPr marL="109728" marT="109728">
                    <a:solidFill>
                      <a:srgbClr val="E8EEF4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Betas alone have a small median extent effect.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7243A"/>
                          </a:solidFill>
                          <a:latin typeface="Aptos"/>
                        </a:defRPr>
                      </a:pPr>
                      <a:r>
                        <a:t>Per-sample failures, false detections and domain shift.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38912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Next: audit crop-to-image projection, left-hand mirroring and renderer conventions.</a:t>
            </a:r>
          </a:p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Then repeat targeted tests on annotated FreiHAND samples and inspect effective losses/gradients.</a:t>
            </a:r>
          </a:p>
          <a:p>
            <a:pPr>
              <a:spcAft>
                <a:spcPts val="1200"/>
              </a:spcAft>
              <a:defRPr sz="2000" b="0">
                <a:solidFill>
                  <a:srgbClr val="007F86"/>
                </a:solidFill>
                <a:latin typeface="Aptos"/>
              </a:defRPr>
            </a:pPr>
            <a:r>
              <a:t>Choose a short repair run only after these checks; no loss-weight fix is yet established.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